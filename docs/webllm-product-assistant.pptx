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24371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291840" cy="32918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7724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014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9326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 ·  FIELD NOTES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14884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WebLLM as a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Assistant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13232" y="43434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7C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real language model entirely in the browser — and what it took to make “Ask Alder” answer product questions with zero backend.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Alder Goods</a:t>
            </a:r>
            <a:pPr indent="0" marL="0">
              <a:buNone/>
            </a:pPr>
            <a:r>
              <a:rPr lang="en-US" sz="1300" dirty="0">
                <a:solidFill>
                  <a:srgbClr val="8FB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@mlc-ai/web-llm  ·  WebGPU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WebLLM?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1298448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JavaScript runtime that loads an open LLM's weights into the browser and runs inference on the local GPU — no server, no API, no round-trips.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2487168"/>
            <a:ext cx="749808" cy="74980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78" y="2682118"/>
            <a:ext cx="359908" cy="3599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7904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WebGPU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17904" y="2852928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math executes on the visitor's own GPU through the browser's WebGPU API — the same hardware path as a native app.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3785616"/>
            <a:ext cx="749808" cy="74980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8" y="3980566"/>
            <a:ext cx="359908" cy="3599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17904" y="3767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 stream once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17904" y="4151376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weights download on first use and are cached by the browser. Later visits start instantly.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5084064"/>
            <a:ext cx="749808" cy="74980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78" y="5279014"/>
            <a:ext cx="359908" cy="3599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17904" y="50657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OpenAI-style API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17904" y="5449824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engine.chat.completions.create({...}) with the same message shape you already know — streaming included.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452360" y="1371600"/>
            <a:ext cx="4206240" cy="4297680"/>
          </a:xfrm>
          <a:prstGeom prst="roundRect">
            <a:avLst>
              <a:gd name="adj" fmla="val 2609"/>
            </a:avLst>
          </a:prstGeom>
          <a:solidFill>
            <a:srgbClr val="1B2915"/>
          </a:solidFill>
          <a:ln/>
          <a:effectLst>
            <a:outerShdw sx="100000" sy="100000" kx="0" ky="0" algn="bl" rotWithShape="0" blurRad="127000" dist="38100" dir="5400000">
              <a:srgbClr val="8A8A7A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863840" y="178308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810" y="1997050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6384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version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863840" y="315468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ChatGPT-shaped code, but the model lives on the user’s machine instead of a data center.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7863840" y="50292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7C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the user types ever leaves the page.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as a Product Assistant  ·  Alder Goods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put the model in the browser?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618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properties that a server-hosted assistant simply can’t match.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70048" cy="397764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B8B4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6032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42900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default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4160520"/>
            <a:ext cx="212140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answers never touch a network. No logging, no PII surface, no data-processing agreement.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2011680"/>
            <a:ext cx="2670048" cy="397764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B8B4A6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94760" y="2377440"/>
            <a:ext cx="868680" cy="868680"/>
          </a:xfrm>
          <a:prstGeom prst="ellipse">
            <a:avLst/>
          </a:prstGeom>
          <a:solidFill>
            <a:srgbClr val="BE5B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617" y="260329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342900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inference cost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767328" y="4160520"/>
            <a:ext cx="212140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user’s hardware does the work. Scaling to a million shoppers adds $0 to the inference bill.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2011680"/>
            <a:ext cx="2670048" cy="397764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B8B4A6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20840" y="237744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97" y="260329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342900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offline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693408" y="4160520"/>
            <a:ext cx="212140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cached, the assistant keeps answering with no connection — on a train, a plane, a flaky venue.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326880" y="2011680"/>
            <a:ext cx="2670048" cy="397764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B8B4A6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46920" y="2377440"/>
            <a:ext cx="868680" cy="868680"/>
          </a:xfrm>
          <a:prstGeom prst="ellipse">
            <a:avLst/>
          </a:prstGeom>
          <a:solidFill>
            <a:srgbClr val="BE5B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2777" y="260329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19488" y="342900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keys, no infra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619488" y="4160520"/>
            <a:ext cx="212140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 to rotate, no rate limits, no GPU fleet to provision, no vendor outage to inherit.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as a Product Assistant  ·  Alder Goods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browser runs a 2-billion-parameter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22529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assembles four pieces the first time a shopper loads the assistant.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24371C"/>
          </a:solidFill>
          <a:ln/>
        </p:spPr>
      </p:sp>
      <p:sp>
        <p:nvSpPr>
          <p:cNvPr id="5" name="Text 3"/>
          <p:cNvSpPr/>
          <p:nvPr/>
        </p:nvSpPr>
        <p:spPr>
          <a:xfrm>
            <a:off x="2386584" y="23134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41248" y="2459736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30" y="2661818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74136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weights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model shards (q4f16) download from a CDN — a few hundred MB to ~1.9 GB, once.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338328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19856" y="214884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24371C"/>
          </a:solidFill>
          <a:ln/>
        </p:spPr>
      </p:sp>
      <p:sp>
        <p:nvSpPr>
          <p:cNvPr id="12" name="Text 8"/>
          <p:cNvSpPr/>
          <p:nvPr/>
        </p:nvSpPr>
        <p:spPr>
          <a:xfrm>
            <a:off x="5257800" y="23134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3712464" y="2459736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546" y="2661818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94176" y="3374136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locally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3694176" y="388620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 land in the browser’s Cache Storage. Every later visit skips the download entirely.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383280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91072" y="214884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24371C"/>
          </a:solidFill>
          <a:ln/>
        </p:spPr>
      </p:sp>
      <p:sp>
        <p:nvSpPr>
          <p:cNvPr id="19" name="Text 13"/>
          <p:cNvSpPr/>
          <p:nvPr/>
        </p:nvSpPr>
        <p:spPr>
          <a:xfrm>
            <a:off x="8129016" y="23134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4"/>
          <p:cNvSpPr/>
          <p:nvPr/>
        </p:nvSpPr>
        <p:spPr>
          <a:xfrm>
            <a:off x="6583680" y="2459736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5762" y="2661818"/>
            <a:ext cx="373075" cy="3730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65392" y="3374136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to GPU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6565392" y="388620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mapped to WebGPU compute shaders — the model now lives in video memory.</a:t>
            </a:r>
            <a:endParaRPr lang="en-US" sz="12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3383280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62288" y="214884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24371C"/>
          </a:solidFill>
          <a:ln/>
        </p:spPr>
      </p:sp>
      <p:sp>
        <p:nvSpPr>
          <p:cNvPr id="26" name="Text 18"/>
          <p:cNvSpPr/>
          <p:nvPr/>
        </p:nvSpPr>
        <p:spPr>
          <a:xfrm>
            <a:off x="11000232" y="23134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Shape 19"/>
          <p:cNvSpPr/>
          <p:nvPr/>
        </p:nvSpPr>
        <p:spPr>
          <a:xfrm>
            <a:off x="9454896" y="2459736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978" y="2661818"/>
            <a:ext cx="373075" cy="37307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436608" y="3374136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tokens</a:t>
            </a:r>
            <a:endParaRPr lang="en-US" sz="1700" dirty="0"/>
          </a:p>
        </p:txBody>
      </p:sp>
      <p:sp>
        <p:nvSpPr>
          <p:cNvPr id="30" name="Text 21"/>
          <p:cNvSpPr/>
          <p:nvPr/>
        </p:nvSpPr>
        <p:spPr>
          <a:xfrm>
            <a:off x="9436608" y="388620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locally; tokens stream back through a familiar chat-completions call.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566928" y="5715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C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requirement: WebGPU. Recent Chrome, Edge, and Safari ship it; the app checks “gpu” in navigator and falls back gracefully when it’s missing.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as a Product Assistant  ·  Alder Goods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“Ask Alder” in this repo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page mounts a self-contained on-device assistant, grounded on that product’s spec sheet.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88900" dist="25400" dir="5400000">
              <a:srgbClr val="B8B4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04872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595067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5328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page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products/[id]/page.tsx renders &lt;ProductChat product={product} /&gt;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319582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38144" y="214884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88900" dist="25400" dir="5400000">
              <a:srgbClr val="B8B4A6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712464" y="2404872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659" y="2595067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35424" y="25328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buildSystemPrompt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712464" y="32461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name, price, specs &amp; sizing into grounding context (assistant.ts)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319582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27648" y="214884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88900" dist="25400" dir="5400000">
              <a:srgbClr val="B8B4A6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601968" y="2404872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163" y="2595067"/>
            <a:ext cx="351130" cy="35113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24928" y="25328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WebLLM engine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6601968" y="32461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CreateMLCEngine loads the model once; cached across the page’s life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552" y="3195828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217152" y="214884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88900" dist="25400" dir="5400000">
              <a:srgbClr val="B8B4A6">
                <a:alpha val="3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491472" y="2404872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1667" y="2595067"/>
            <a:ext cx="351130" cy="35113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314432" y="25328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Streamed answer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9491472" y="32461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chat.completions.create streams a grounded reply into the UI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B2915"/>
          </a:solidFill>
          <a:ln/>
        </p:spPr>
      </p:sp>
      <p:sp>
        <p:nvSpPr>
          <p:cNvPr id="28" name="Shape 19"/>
          <p:cNvSpPr/>
          <p:nvPr/>
        </p:nvSpPr>
        <p:spPr>
          <a:xfrm>
            <a:off x="868680" y="5193792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101" y="5360213"/>
            <a:ext cx="307238" cy="30723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691640" y="502920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loop runs client-side.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7C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says it plainly — “on-device AI, runs in your browser, nothing leaves this page.” No route handler, no database, no third-party model call is involved.</a:t>
            </a:r>
            <a:endParaRPr lang="en-US" sz="1500" dirty="0"/>
          </a:p>
        </p:txBody>
      </p:sp>
      <p:sp>
        <p:nvSpPr>
          <p:cNvPr id="31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as a Product Assistant  ·  Alder Goods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Grounding: a product becomes the prompt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4358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database. The spec sheet is small enough to hand the model in full — RAG without the retrieval.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309360" cy="4160520"/>
          </a:xfrm>
          <a:prstGeom prst="roundRect">
            <a:avLst>
              <a:gd name="adj" fmla="val 1758"/>
            </a:avLst>
          </a:prstGeom>
          <a:solidFill>
            <a:srgbClr val="202B1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5897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FB1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assistant.ts — buildSystemPrompt(product)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Alder, the shop assistant…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7B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ONLY from the product information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7B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below. If it isn’t there, say you don’t know.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INFORMATION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    Field Cast-Iron Skillet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Price:     $68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Category:  Kitchen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Highlights: 10″ surface; pre-seasoned; …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SPECIFICATIONS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Material:  Cast iron  ·  Weight: 5.2 lb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SIZING CHART (if apparel)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| M | L | XL  …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178040" y="196596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9216" y="213713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929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spec sheet, inlined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01000" y="2386584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price, category, tagline, description, highlights, structured specs and any sizing chart — flattened into one system message.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178040" y="333756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216" y="350873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01000" y="3300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Anti-hallucination guardrails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001000" y="3758184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insists the model answer only from that context and admit when it doesn’t know — critical for a 0.5B model.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78040" y="470916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216" y="4880336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01000" y="4672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questions, per type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001000" y="5129784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suggestedQuestions() offers fit questions for apparel, assembly questions for furniture, care questions otherwise.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as a Product Assistant  ·  Alder Goods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one tradeoff dial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start on the small model and can switch up when they want a sharper answer.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B8B4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500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84048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~500 MB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4472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Qwen2.5-0.5B-Instruct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40233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download &amp; first token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modest GPUs / laptops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short factual lookups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nuance on tricky phrasing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B8B4A6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233172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BE5B3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3500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55548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E5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~1.9 GB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29400" y="34472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 2 2B Instruct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0" y="40233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Noticeably better reasoning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ambiguous questions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~4× the download to cache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more VRAM to load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as a Product Assistant  ·  Alder Goods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lifecycle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keep a heavyweight model feeling responsive.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7607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67712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469794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128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once, reuse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5786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module-level enginePromise memoizes the engine per model id, so navigating and re-asking never reloads weights.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57607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685032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" y="3887114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6301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progress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37360" y="39959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initProgressCallback drives a live progress bar — a multi-hundred-MB download must never look frozen.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57607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102352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5304434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50474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Stream, don’t block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37360" y="54132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true with temperature 0.3 and max_tokens 256 renders tokens as they arrive; switching models unloads the old one first.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629400" y="2011680"/>
            <a:ext cx="5010912" cy="3977640"/>
          </a:xfrm>
          <a:prstGeom prst="roundRect">
            <a:avLst>
              <a:gd name="adj" fmla="val 1839"/>
            </a:avLst>
          </a:prstGeom>
          <a:solidFill>
            <a:srgbClr val="202B18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0" y="224028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B1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product-chat.tsx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CreateMLCEngine } =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import(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B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"@mlc-ai/web-llm"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= await CreateMLCEngine(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modelId, {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initProgressCallback: r =&gt;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onProgress(r.progress, r.text)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engine.chat.completions.create({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messages, stream: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B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temperature: 0.3, max_tokens: 256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as a Product Assistant  ·  Alder Goods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is the hard part, not the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2618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download and variable hardware mean the interface has to set expectations honestly.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76200" dist="25400" dir="5400000">
              <a:srgbClr val="BAB6A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3042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Opt-in download gate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76148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loads until the shopper clicks — and the button states the size up front: “Load assistant (~500 MB, one time).”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201168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76200" dist="25400" dir="5400000">
              <a:srgbClr val="BAB6A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331720"/>
            <a:ext cx="822960" cy="822960"/>
          </a:xfrm>
          <a:prstGeom prst="ellipse">
            <a:avLst/>
          </a:prstGeom>
          <a:solidFill>
            <a:srgbClr val="BE5B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362" y="25456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6952" y="23042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progress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16952" y="276148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progress bar with the loader’s own status text, so a long first load reads as working, not broken.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50792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76200" dist="25400" dir="5400000">
              <a:srgbClr val="BAB6A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370832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4584802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343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first questions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480060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seed the conversation with product-appropriate prompts, so users aren’t staring at an empty box.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4050792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76200" dist="25400" dir="5400000">
              <a:srgbClr val="BAB6A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370832"/>
            <a:ext cx="822960" cy="822960"/>
          </a:xfrm>
          <a:prstGeom prst="ellipse">
            <a:avLst/>
          </a:prstGeom>
          <a:solidFill>
            <a:srgbClr val="BE5B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362" y="4584802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6952" y="4343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fallbacks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16952" y="480060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WebGPU → a clear “try a recent browser” message. Load error → Retry, or offer the other model instead of a dead end.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as a Product Assistant  ·  Alder Goods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honest about the tradeoffs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2618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is a genuine unlock — but it isn’t free, and it isn’t right for every job.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24371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3419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privacy — no data leaves the device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per-query inference cost at any scale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once the model is cached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keys, rate limits, or backend to run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 local — no network round-trip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45352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24371C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2194560"/>
            <a:ext cx="566928" cy="566928"/>
          </a:xfrm>
          <a:prstGeom prst="ellipse">
            <a:avLst/>
          </a:prstGeom>
          <a:solidFill>
            <a:srgbClr val="BE5B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073" y="23419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11112" y="29260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0.5–2 GB first-load download to cache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WebGPU — excludes older browsers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trails frontier hosted models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the visitor’s GPU / VRAM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scoped Q&amp;A, not open-ended tasks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as a Product Assistant  ·  Alder Goods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can go next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per-product assistant is the foundation. The same engine can do more without adding a backend.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76200" dist="25400" dir="5400000">
              <a:srgbClr val="BAB6A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3042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Catalog-wide search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76148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model on the whole product list so shoppers can ask “what should I gift a camper?” across categories.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201168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76200" dist="25400" dir="5400000">
              <a:srgbClr val="BAB6A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33172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362" y="25456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6952" y="23042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&amp; checkout helper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16952" y="276148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about what’s in the cart — totals, substitutions, “does this ship together?”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50792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76200" dist="25400" dir="5400000">
              <a:srgbClr val="BAB6A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370832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4584802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343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calling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480060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call real functions — add to cart, filter the grid, look up stock — not just talk.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4050792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FD2"/>
            </a:solidFill>
            <a:prstDash val="solid"/>
          </a:ln>
          <a:effectLst>
            <a:outerShdw sx="100000" sy="100000" kx="0" ky="0" algn="bl" rotWithShape="0" blurRad="76200" dist="25400" dir="5400000">
              <a:srgbClr val="BAB6A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370832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362" y="4584802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6952" y="4343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fallback tier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16952" y="480060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on-device as default; optionally escalate the hardest questions to a hosted model when a user opts in.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as a Product Assistant  ·  Alder Goods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24371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3152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9454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6459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AI is production-ready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scoped product help.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13232" y="32004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3192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14553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runs a real LLM in the browser via WebGPU — private, offline-capable, and free to serve.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13232" y="395020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06908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8953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Alder” grounds each answer on the product’s own spec sheet, with guardrails against invention.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713232" y="470001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81888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64515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effort is mostly UX: download gates, progress, model choice, and graceful fallbacks.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713232" y="544982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556869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5394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6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fits focused Q&amp;A today; catalog search, cart help, and tool-calling are natural next steps.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713232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Alder Goods  ·  built on @mlc-ai/web-llm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as a Product Assistant  ·  Alder Goods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WebLLM as a Product Assistant</dc:title>
  <dc:subject>PptxGenJS Presentation</dc:subject>
  <dc:creator>Alder Goods</dc:creator>
  <cp:lastModifiedBy>Alder Goods</cp:lastModifiedBy>
  <cp:revision>1</cp:revision>
  <dcterms:created xsi:type="dcterms:W3CDTF">2026-07-25T05:12:01Z</dcterms:created>
  <dcterms:modified xsi:type="dcterms:W3CDTF">2026-07-25T05:12:01Z</dcterms:modified>
</cp:coreProperties>
</file>